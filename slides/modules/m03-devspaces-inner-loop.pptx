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pain everyone recognizes. Onboarding a developer usually means a checklist of local installs that takes hours to days and drifts out of sync with production. Set up the contrast the module pays off: a correct, running, database-connected environment from a single link. This is the "oh — that's it?" promise the lab delivers.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mental model. The inner loop is the seconds-scale edit-run-observe cycle you do dozens of times an hour; the outer loop is the minutes-to-hours build-test-deploy cycle about safety and repeatability. Dev Spaces is about making the inner loop fast without a laptop. The rest of the workshop is the outer loop, and it begins the moment they git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problems laptops create, each solved by moving the inner loop into the cluster. Onboarding collapses to a click. Toolchain drift disappears because everyone — and the pipeline — uses the same pinned image. Governance gets one perimeter: code and data never leave the cluster onto a laptop that can be lost. Land that these are business costs, not developer conveniences.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devfile (devfile.yaml, schema 2.2.0) is the contract that makes a workspace reproducible for everyone. Introduce its three parts at consumer depth — components (containers), commands (named tasks), endpoints (published ports). The punchline: "upgrade everyone to JDK 21" is a one-line diff the pipeline and every developer inherit together, not a laptop-by-laptop chase. In the lab they edit this file to add a Valkey cache.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workspace is a first-class citizen of the cluster network. Dev mode runs in the workspace project and reaches the real claims-db in the app project by cross-namespace DNS — exactly how one microservice finds another. Hot reload lands changes in ~2 seconds against real data, and a Java debug port opens automatically so you can step through a live request. This is what "fast inner loop, real services"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 for the hands-on. Attendees open a one-click workspace, wire dev mode to the in-cluster database (a deliberate break-and-fix), change a live endpoint with hot reload, extend the devfile with a Valkey sidecar and restart from it, push to their fork, attach a debugger to a running request, and finally reach past the workspace — port-forward the internal database and ship their pushed change as a running Deployment (the bridge to the outer loop). Everything is in their own projects.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transfer to their world and stay honest. Discussion prompts: how long from laptop-handover to first merged PR; what the laptop fleet costs in money and drift; where "works on my machine" still bites. Then the credibility close — in-cluster workspaces are a strong default for server-side work but wrong for air-gapped/offline, local-hardware-dependent, or very heavy native toolchains, and a workspace is a dev environment, not a place to run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diagram: What you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731520"/>
            <a:ext cx="1554480" cy="3676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25146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180">
                <a:solidFill>
                  <a:srgbClr val="2E4A62"/>
                </a:solidFill>
                <a:latin typeface="Red Hat Display"/>
              </a:rPr>
              <a:t>A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880360"/>
            <a:ext cx="2103120" cy="11887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B80000"/>
                </a:solidFill>
                <a:latin typeface="Red Hat Display"/>
              </a:rPr>
              <a:t>M03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7248" y="2971800"/>
            <a:ext cx="841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Red Hat Display"/>
              </a:rPr>
              <a:t>Dev Spaces &amp; the Inner Loop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4443984"/>
            <a:ext cx="1463040" cy="0"/>
          </a:xfrm>
          <a:prstGeom prst="bentConnector3">
            <a:avLst/>
          </a:prstGeom>
          <a:ln w="3810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M03 · DEV SPACES &amp; THE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Day one, without the laptop marathon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New hire, first day on claims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The old way: install JDK, Maven,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Hours to days, and it rots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What if it were a link?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Productive today, not next week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M03 · DEV SPACES &amp; THE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Two loops, two clocks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532888"/>
            <a:ext cx="201168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239572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Inner loop: edit, run, observe — seconds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4436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081528"/>
            <a:ext cx="201168" cy="2011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294436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Outer loop: commit, pipeline, deploy — minutes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49300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630168"/>
            <a:ext cx="201168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80160" y="349300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This module makes the inner loop fast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04164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178807"/>
            <a:ext cx="201168" cy="2011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80160" y="404164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The push at the end starts the outer loop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59028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727447"/>
            <a:ext cx="201168" cy="2011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80160" y="459028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The platform optimizes each differently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85816" y="3176124"/>
            <a:ext cx="5964631" cy="118240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01-inner-outer-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3322428"/>
            <a:ext cx="5672023" cy="889798"/>
          </a:xfrm>
          <a:prstGeom prst="rect">
            <a:avLst/>
          </a:prstGeom>
        </p:spPr>
      </p:pic>
      <p:cxnSp>
        <p:nvCxnSpPr>
          <p:cNvPr id="23" name="Connector 22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M03 · DEV SPACES &amp; THE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Why the IDE belongs in the cluster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Onboarding: a link, not a checklist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No more "works on my machine"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Code and data stay under cluster RBAC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The environment is reviewed like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One perimeter, not a laptop fleet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M03 · DEV SPACES &amp; THE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The devfile — your workspace as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One file in the repo defines the workspace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Components: the containers (JDK 21 + Maven)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Commands: named tasks, discoverable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Endpoints: ports the gateway publishes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Change the toolchain = a pull request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M03 · DEV SPACES &amp; THE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The workspace talks to real services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532888"/>
            <a:ext cx="201168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239572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Workspace runs in your-name-devspaces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4436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081528"/>
            <a:ext cx="201168" cy="2011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294436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Database runs in your-name-dev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49300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630168"/>
            <a:ext cx="201168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80160" y="349300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They meet by ordinary service DNS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04164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178807"/>
            <a:ext cx="201168" cy="2011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80160" y="404164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Dev mode hot-reloads against the real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59028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727447"/>
            <a:ext cx="201168" cy="2011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80160" y="459028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Debug port 5005 opens automatically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85816" y="2395728"/>
            <a:ext cx="2418985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02-workspace-gateway-serv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2542032"/>
            <a:ext cx="2126377" cy="3364992"/>
          </a:xfrm>
          <a:prstGeom prst="rect">
            <a:avLst/>
          </a:prstGeom>
        </p:spPr>
      </p:pic>
      <p:cxnSp>
        <p:nvCxnSpPr>
          <p:cNvPr id="23" name="Connector 22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M03 · DEV SPACES &amp; THE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What you'll 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Open the claims service from a link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Run dev mode against the real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Change an endpoint; watch it hot-reload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Add a Valkey cache to the devfile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Push, debug, port-forward, and ship a container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M03 · DEV SPACES &amp; THE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Map to your org — and when not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Measure your real onboarding-to-first-PR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Count the laptop fleet, and its drift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Not for air-gapped or local-hardware work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Heavy native toolchains may still be local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A workspace is for dev, not production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M03 · DEV SPACES &amp; THE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What you built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31720"/>
            <a:ext cx="10509199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-what-you-bui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060493"/>
            <a:ext cx="10106863" cy="2337212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