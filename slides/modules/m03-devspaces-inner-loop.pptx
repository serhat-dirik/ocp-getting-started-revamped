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pain everyone recognizes. Onboarding a developer usually means a checklist of local installs that takes hours to days and drifts out of sync with production. Set up the contrast the module pays off: a correct, running, database-connected environment from a single link. This is the "oh — that's it?" promise the lab delivers.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mental model. The inner loop is the seconds-scale edit-run-observe cycle you do dozens of times an hour; the outer loop is the minutes-to-hours build-test-deploy cycle about safety and repeatability. Dev Spaces is about making the inner loop fast without a laptop. The rest of the workshop is the outer loop, and it begins the moment they git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problems laptops create, each solved by moving the inner loop into the cluster. Onboarding collapses to a click. Toolchain drift disappears because everyone — and the pipeline — uses the same pinned image. Governance gets one perimeter: code and data never leave the cluster onto a laptop that can be lost. Land that these are business costs, not developer conveniences.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devfile (devfile.yaml, schema 2.2.0) is the contract that makes a workspace reproducible for everyone. Introduce its three parts at consumer depth — components (containers), commands (named tasks), endpoints (published ports). The punchline: "upgrade everyone to JDK 21" is a one-line diff the pipeline and every developer inherit together, not a laptop-by-laptop chase. In the lab they edit this file to add a Valkey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workspace is a first-class citizen of the cluster network. Dev mode runs in the workspace project and reaches the real claims-db in the app project by cross-namespace DNS — exactly how one microservice finds another. Hot reload lands changes in ~2 seconds against real data, and a Java debug port opens automatically so you can step through a live request. This is what "fast inner loop, real services"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hands-on. Attendees open a one-click workspace, wire dev mode to the in-cluster database (a deliberate break-and-fix), change a live endpoint with hot reload, extend the devfile with a Valkey sidecar and restart from it, push to their fork, attach a debugger to a running request, and finally reach past the workspace — port-forward the internal database and ship their pushed change as a running Deployment (the bridge to the outer loop). Everything is in their own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transfer to their world and stay honest. Discussion prompts: how long from laptop-handover to first merged PR; what the laptop fleet costs in money and drift; where "works on my machine" still bites. Then the credibility close — in-cluster workspaces are a strong default for server-side work but wrong for air-gapped/offline, local-hardware-dependent, or very heavy native toolchains, and a workspace is a dev environment, not a place to run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2E4A62"/>
                </a:solidFill>
                <a:latin typeface="Red Hat Display"/>
              </a:rPr>
              <a:t>A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Dev Spaces &amp; the Inner Loop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Day one, without the laptop marathon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New hire, first day on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old way: install JDK, Maven,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Hours to days, and it rots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What if it were a link?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Productive today, not next week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Split image — a laptop-setup checklist (JDK, Maven, DB, VPN, creds) versus a single "Open in Dev Spaces" link.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Two loops, two clocks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Inner loop: edit, run, observe —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Outer loop: commit, pipeline, deploy —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This module makes the inner loop fast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push at the end starts the outer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platform optimizes each differently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devspaces-inner-loop-...-01-inner-outer-loop.svg — red inner loop (edit→build→run→observe) handing off via git push to the grey outer loop (pipeline→image→GitOps→prod).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Why the IDE belongs in the cluster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Onboarding: a link, not a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 more "works on my machine"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Code and data stay under cluster RBAC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 environment is reviewed like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One perimeter, not a laptop fleet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Three-icon row — a clock (onboarding time), two mismatched laptops with a red X (drift), a shield over a namespace box (governance).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devfile — your workspace as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One file in the repo defines the 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Components: the containers (JDK 21 + Maven)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Commands: named tasks, discoverable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Endpoints: ports the gateway publishes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Change the toolchain = a pull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A devfile.yaml snippet with components/commands/endpoints annotated, arrow to a running workspace Pod (tools + cache containers) behind the che-gateway.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workspace talks to real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Workspace runs in your-name-devspaces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Database runs in your-name-dev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They meet by ordinary service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Dev mode hot-reloads against the real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Debug port 5005 opens automatically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Reuse concept diagram devspaces-inner-loop-...-02-workspace-gateway-services.svg — browser → che-gateway (HTTPS) → tools container (dev mode :8080, debug :5005) → cross-ns DNS → claims-db.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you'll 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Open the claims service from a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Run dev mode against the real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Change an endpoint; watch it hot-reload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Add a Valkey cache to the devfile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Push, debug, port-forward, and ship a container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Numbered arc strip: link → dev mode → hot reload → devfile edit → push → debug → port-forward → ship.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M03 · DEV SPACES &amp; THE INNER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Map to your org — and when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3312" y="2395728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Measure your real onboarding-to-first-PR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99232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4553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312" y="2999232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Count the laptop fleet, and its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02736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749040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3312" y="3602736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Not for air-gapped or local-hardware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206240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5254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3312" y="4206240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Heavy native toolchains may still be local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09744"/>
            <a:ext cx="5715000" cy="53035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560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3312" y="4809744"/>
            <a:ext cx="5029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Red Hat Text"/>
              </a:rPr>
              <a:t>A workspace is for dev, not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95728"/>
            <a:ext cx="4538167" cy="2944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259689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596896"/>
            <a:ext cx="12984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0000"/>
                </a:solidFill>
                <a:latin typeface="Red Hat Display"/>
              </a:rPr>
              <a:t>MEDIA PASS</a:t>
            </a:r>
          </a:p>
        </p:txBody>
      </p:sp>
      <p:pic>
        <p:nvPicPr>
          <p:cNvPr id="24" name="Picture 23" descr="eye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619" y="310896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50024" y="3721608"/>
            <a:ext cx="406267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Two-column "in-cluster workspace / keep it local" decision card.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