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distinction, because it's the whole module. Parasol's claims service is genuinely resilient in one site — three replicas, a PodDisruptionBudget, topology spread across nodes, an autoscaler. That reflex, built in Platform Orientation, Observability, and Deployment Targets &amp; Scheduling, absorbs the common failures: a pod crashes and the Deployment replaces it; a node is drained and the PDB paces the eviction so a quorum stays up. But "we have three replicas" does nothing the moment the failure is a whole SITE going dark — a data center loses power, the cluster fails, the region has an outage — because every one of those replicas was IN the site that just died. Think of it as a ladder: pod, node, zone, site, region. The bottom three rungs are in-site resilience, and you already own them. The site rung — a whole site lost — is what this module is about: surviving it means failing OVER to another site, and doing it automatically so the client never notices. Above that, a lost region is where the platform's DR tooling comes in. Resilience and failover are different disciplines; this module is the failover half, built on top of the resilience you already have — with the platform's backup-and-GitOps DR net underneath as the safety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 service can fail over to another site, it has to be resilient where it lives — the site rung sits ON TOP of these, it doesn't replace them. Parasol's claims service runs the Observability and Deployment Targets &amp; Scheduling primitives, made concrete. Multiple replicas — three here — so losing one pod is a non-event; the Deployment notices and replaces it in seconds. A PodDisruptionBudget that keeps a quorum, two of three, available during any voluntary disruption, so a node drain evicts at most one replica at a time and paces the rest. topologySpreadConstraints plus anti-affinity so the replicas land on different nodes, and one node loss can't take them all. And a HorizontalPodAutoscaler that holds the replica floor and bursts under load. In the lab the attendee proves this by KILLING a pod and watching the service never dip — two replicas keep serving, a replacement appears in about six seconds. That's the baseline. It's also exactly what these primitives CANNOT do — survive the loss of the whole site — which is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centerpiece. Picture Parasol running its claims service in two sites — A the primary, B a warm secondary — and a client calling it through ONE stable address, an ingress gateway, that must keep working even if site A disappears. The mesh gives you exactly that with three small resources. A ServiceEntry declares one logical claims host whose two endpoints are site A and site B, each tagged with its LOCALITY. A DestinationRule turns on locality-aware load balancing — prefer the local, primary site — and outlier detection, which ejects a site whose requests start failing. And a VirtualService on the gateway routes the stable endpoint to that host, with RETRIES so a request that hits the just-failed site is transparently retried onto the healthy one. Because the gateway is co-located with site A's locality, traffic prefers A — site A is priority zero, site B is the failover. That's primary/backup, not active-active. Three resources, zero application code, and the client never changes its address. The next slide is what happens when you pull the plug on site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beat that makes cross-site failover real instead of a slide. A client is calling the claims service through the stable endpoint once a second, logging which site answered — steadily site A, the primary. Then the disaster: scale site A to ZERO. Not a pod, not a node — the ENTIRE primary site is gone, the bluntest possible simulation of a power cut, a bad deploy, a lost cluster. Keep your eyes on the client log. Within about four seconds the site marker flips from A to B — and here's the whole point — EVERY line is still HTTP 200. Not a single dropped request. The client never changed its address; the mesh detected site A's requests failing, ejected it with outlier detection, and retried the in-flight requests onto site B. That's automatic cross-site failover. And recovery is just as automatic: bring site A back, and once the mesh trusts it again — about thirty seconds, the ejection expiring — traffic RETURNS to the primary. Failover AND failback, both automatic, both invisible to the client. Measured live: the marker flipped across roughly ninety continuous requests with zero errors. If site A were a real data center and site B a real second cluster, this is exactly how you survive losing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failover you just saw assumes the two sites can reach each other. On one cluster that's free. When they're two real data centers, two clusters, or a cluster and a partner's environment, the old answer is a VPN or a flattened network — heavyweight, security-team-owned, often impossible across organizational boundaries. Red Hat Service Interconnect, built on Skupper version 2, is the modern answer. It creates a Virtual Application Network: a dedicated mutual-TLS Layer-7 overlay that links just the specific services that need it, over a single outbound connection, with no VPN and no shared subnet. Each site becomes a Site; you expose a service on one site with a Connector, consume it on another with a Listener bound to the same routing key, and link the sites by issuing an AccessGrant and redeeming it with an AccessToken. The elegant part: the application is completely unchanged — it reads a LOCAL address that only exists because the VAN provides it, and traffic is carried, encrypted, to the remote site's real service. In the lab, a client in one data center reads the OTHER data center's claims service — SITE=B — through a local name. And keep the distinction clear: the mesh is your in-cluster traffic-policy and FAILOVER layer; RHSI is your cross-site CONNECTIVITY fabric. A real multi-region Parasol uses both — RHSI to connect the regions, the mesh to fail over within them. This whole section is a flagged, skippable add-on; RHSI is a separate subscription and nothing in the graded core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things to separate, then one thing underneath. First, mesh versus RHSI — they're complementary, not competing. The service mesh governs in-cluster traffic — routing, mutual TLS, and the primary/backup failover you just built. RHSI is a cross-site fabric that stitches separate clusters or data centers into one network so services can find each other at all. Both are the APP TEAM's job: design for resilience, wire up failover, connect your sites. Underneath sits the PLATFORM's job — the DR safety net for the catastrophes even failover can't cover: a corrupted database, a fat-fingered delete, a whole cluster or region lost. OADP — OpenShift API for Data Protection, the supported packaging of Velero — backs up and restores an application's Kubernetes objects AND its persistent-volume data to an object store; when data is destroyed, OADP brings the DATA back, not just the empty objects. And GitOps re-materialization — from GitOps at Scale — is the multiplier: if your whole platform is declared in Git and reconciled by Argo CD, standing it back up on a new cluster is a convergence, not a runbook. The honest division of labor: the platform HAS YOUR BACK for DR — OADP restores the data, GitOps rebuilds the platform, ACM automates both across a fleet — but that net only helps if YOUR app is designed to use it: resilient in-site, and able to fail over when a site goes down. That's the part this module's lab makes yours.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 and the transfer. Match the mechanism to the failure: a pod, node, or zone loss is replicas plus a PodDisruptionBudget plus spread — from Observability and Deployment Targets &amp; Scheduling — not a second site; the loss of a whole site or cluster is mesh cross-site failover, not more replicas in the site that died; connecting real sites or data centers with no flat network is RHSI, an add-on, not a VPN; destroyed or corrupt DATA is an OADP restore; and standing a platform back up elsewhere is a GitOps re-materialization from GitOps at Scale plus OADP for the data. Then take the questions back to your org. Do you fail over to your second site AUTOMATICALLY, or is it a 3-a.m. runbook — because a warm site nobody has ever cut over to is a hope, not a capability, and the "scale the site to zero and watch the client keep working" drill is exactly the game-day to run. Which rung does each of your resilience measures actually absorb — is there anything for the SITE rung, or does "we have replicas" quietly stand in for a failover story you don't have? And where's the line between the app team's job and the platform's — do teams own in-site resilience and failover while the platform owns backup, restore, and re-materialization, or do they blur it and either over-rely on an untested backup or hand-roll DR the platform already provides? The honest core: resilience keeps a site up, failover keeps the service up, and the platform's net catches what neither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Resilience ladder.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Mesh failover.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Rhsi 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Dr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diagram: What you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731520"/>
            <a:ext cx="1554480" cy="3676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5146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180">
                <a:solidFill>
                  <a:srgbClr val="5B3E8E"/>
                </a:solidFill>
                <a:latin typeface="Red Hat Display"/>
              </a:rPr>
              <a:t>D · ADVANCED ELECTIVES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2103120" cy="11887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B80000"/>
                </a:solidFill>
                <a:latin typeface="Red Hat Display"/>
              </a:rPr>
              <a:t>M22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2971800"/>
            <a:ext cx="8412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Red Hat Display"/>
              </a:rPr>
              <a:t>Resilience, Multi-Cluster &amp; DR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443984"/>
            <a:ext cx="1463040" cy="0"/>
          </a:xfrm>
          <a:prstGeom prst="bentConnector3">
            <a:avLst/>
          </a:prstGeom>
          <a:ln w="3810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Resilience keeps a site up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failover keeps the service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Parasol's claims service survives a pod crash and a node drain — replicas, PDB, spread, HPA (Platform Orientation/Observability/Deployment Targets &amp; Scheduling)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That does NOTHING when a WHOLE SITE goes down — a data center, a cluster, a region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resilience LADDER: pod → node → zone → SITE → region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In-site resilience owns the bottom rungs; cross-site FAILOVER owns the site rung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This module: fail over to another site automatically (mesh), connect real sites (RHSI), and the DR net underneath (OADP + GitOps, concept)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Design a service to survive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in-site resiliency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Before a service can fail OVER, it has to be resilient WHERE it lives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Multiple replicas → losing one pod is a non-event (the Deployment replaces it)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PodDisruptionBudget → a quorum stays up through a node drain (evict one at a time)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topologySpreadConstraints + anti-affinity → replicas on DIFFERENT nodes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HorizontalPodAutoscaler → holds the floor, bursts under load — the lab proves it with a pod kill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Cross-site failover with Service Mesh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the centerpiece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Two sites — A (primary) and B (secondary) — behind ONE stable endpoint (a mesh ingress gateway)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ServiceEntry: one logical claims host, two endpoints (site A, site B) tagged with localities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DestinationRule: locality-aware LB (prefer the primary) + outlier detection (eject a failing site)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VirtualService on the gateway: routes the endpoint to the host, with RETRIES so failover is seamless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Three small resources, ZERO application code — the client never changes its address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Fail an entire site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the client never notices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disaster: scale site A to ZERO — the entire primary site is gone (a power cut, a bad deploy, a lost cluster)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client is hitting the stable endpoint once a second, logging which site served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Within ~4 s the log flips `SITE=A` → `SITE=B` — and EVERY line is still `HTTP 200`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No client change, no dropped request — outlier detection ejected A, retries flipped it to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Recover site A → traffic RETURNS to the primary automatically. Failover AND failback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Connect the sites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RHSI Virtual Application Network [ADD-ON]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Failover assumes the two sites can REACH each other — free on one cluster, hard across real DCs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Old answer: a VPN or a flattened network (heavy, security-owned, cross-boundary-hostile)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RHSI / Skupper v2 builds a Virtual Application Network — mutual-TLS L7, links SPECIFIC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Site → expose with a Connector → consume with a Listener → link via AccessGrant→AccessToken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app is UNCHANGED: it reads a remote site's service through a LOCAL name; same CRs link two clusters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Mesh vs RHSI + the platform's DR safety net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16642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55960"/>
                </a:solidFill>
                <a:latin typeface="Red Hat Text"/>
              </a:rPr>
              <a:t>(OADP + GitOps)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930103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7632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MESH = in-cluster traffic policy + cross-site FAILOVER (your job) · RHSI = cross-site CONNECTIVITY fabric (your job)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267004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80720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93010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267004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Underneath: the platform's DR NET for catastrophes even failover can't cover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86279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27632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OADP (OpenShift API for Data Protection): backup/restore of objects AND persistent-volume DATA — a platform 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360273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373989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862791"/>
            <a:ext cx="266273" cy="26627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80" y="360273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GitOps re-materialization (GitOps at Scale): declare the platform in Git → Argo rebuilds it anywhere in minutes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53542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" y="467258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795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27632" y="453542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The honest split: the platform HAS YOUR BACK for DR; YOUR job is to design for resiliency + failover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Decision guide + map to your org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2655783"/>
            <a:ext cx="266273" cy="266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27632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Pod/node/zone loss → replicas + PDB + spread (Observability/Deployment Targets &amp; Scheduling), NOT a second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95728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5328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0880" y="2395728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A whole site/cluster lost → mesh cross-site FAILOVER, NOT more replicas in the same site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3588471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27632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Connect real sites/DCs with no flat network → RHSI [ADD-ON], NOT a VPN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328416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3465576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3588471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40880" y="3328416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Destroyed/corrupt DATA → OADP restore · stand a platform up elsewhere → GitOps + OADP (GitOps at Scale)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261104"/>
            <a:ext cx="5138928" cy="786384"/>
          </a:xfrm>
          <a:prstGeom prst="roundRect">
            <a:avLst>
              <a:gd name="adj" fmla="val 7000"/>
            </a:avLst>
          </a:prstGeom>
          <a:solidFill>
            <a:srgbClr val="F5F6F8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4398264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47" y="4521159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27632" y="4261104"/>
            <a:ext cx="42062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Red Hat Text"/>
              </a:rPr>
              <a:t>Map to your org: do you fail over AUTOMATICALLY? which rung does each measure absorb? where's the app/platform line?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Resilience ladder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resilience-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305" y="2532888"/>
            <a:ext cx="2683083" cy="339242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Mesh failover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mesh-fail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599368"/>
            <a:ext cx="10106863" cy="3259463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Rhsi van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hsi-v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565837"/>
            <a:ext cx="10106863" cy="1326525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Dr safety net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dr-safety-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3714281"/>
            <a:ext cx="10106863" cy="1029636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hat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6319" y="475488"/>
            <a:ext cx="1024128" cy="2422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54864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spc="220">
                <a:solidFill>
                  <a:srgbClr val="EE0000"/>
                </a:solidFill>
                <a:latin typeface="Red Hat Display"/>
              </a:rPr>
              <a:t>M22 · RESILIENCE, MULTI-CLUSTER &amp; 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877824"/>
            <a:ext cx="10515600" cy="5486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Red Hat Display"/>
              </a:rPr>
              <a:t>What you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1554480"/>
            <a:ext cx="1371600" cy="0"/>
          </a:xfrm>
          <a:prstGeom prst="bentConnector3">
            <a:avLst/>
          </a:prstGeom>
          <a:ln w="31750">
            <a:solidFill>
              <a:srgbClr val="EE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1248" y="2331720"/>
            <a:ext cx="10509199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what-you-bui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373" y="2532888"/>
            <a:ext cx="3694947" cy="3392424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841248" y="6437376"/>
            <a:ext cx="10509199" cy="0"/>
          </a:xfrm>
          <a:prstGeom prst="bentConnector3">
            <a:avLst/>
          </a:prstGeom>
          <a:ln w="12700">
            <a:solidFill>
              <a:srgbClr val="DD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099"/>
                </a:solidFill>
                <a:latin typeface="Red Hat Text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