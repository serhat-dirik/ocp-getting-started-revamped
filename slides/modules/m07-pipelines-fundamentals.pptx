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pain everyone recognizes. Parasol's claims service builds and deploys with commands people type by hand — which is fine for one person learning, and a liability for a team. There's no shared, current answer to "how is this service built and tested?"; it lives in shell history and a wiki page that went stale months ago, and nothing gates a broken change on its way out. The module turns that manual sequence into a pipeline — a versioned, repeatable build-test-deploy that any Git push can run — and starts the company task library that keeps every team's pipeline consistent.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people the vocabulary before anything else. A Task is a single reusable unit — clone, test, build, deploy. A Pipeline is an ordered graph of Tasks; it runs nothing itself, it's the recipe. A PipelineRun is one execution — you hand it parameter values and a workspace and it creates the Pods. What makes a Task reusable instead of a copy-pasted script is three typed connection points: parameters (typed inputs like the Git URL and image tag), workspaces (shared storage, usually a PVC, so one Task hands files to the next), and results (small typed outputs — a computed size, a verdict — that let later steps and humans act on a fact). The claims pipeline is exactly this: five Tasks, one workspace, four params, two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best Task is one you didn't write. OpenShift Pipelines organizes reuse into three layers and your app pipeline pulls from all three: shipped catalog Tasks in the openshift-pipelines namespace (git-clone, buildah, openshift-client — you reference, never maintain); a curated organization library your platform team standardizes on, published once into a shared namespace so every team uses the same blessed version; and your app's own pipeline, which composes the other two. The wiring is the cluster resolver — instead of copying a Task's YAML you write a reference ("the Task named X in namespace Y") and Tekton resolves it at run time. Note for the field: the old ClusterTask kind was removed in Pipelines 1.17; the cluster resolver is its supported, better replacement.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that answers the skeptic — "if OpenShift ships forty Tasks, why maintain our own?" The claims pipeline needs to run Maven, and OpenShift ships a maven Task, so the obvious move is to use it. Except the shipped Task pins its build step to a Java 17 runner image and exposes no parameter to change it — and this app is Java 21, so it fails immediately with "release version 21 not supported." You can't pass a parameter because there's no parameter to pass. The choice is to fork and maintain a patched copy in every Java 21 pipeline, or curate one correct Task once — maven-jdk21 — that every team references by resolver. That single concrete gap is the entire argument for an organization library, and it's the platform team's leverage: fix a Task once, everyone inherits the 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pipeline someone has to remember to run will drift from the code it builds. Pipelines-as-Code closes that gap: the PipelineRun definition lives in a .tekton/ directory inside the application's own Git repository, and a push fires it. Two pieces make it work, and attendees set up both in the lab — a webhook on the repo that POSTs to the PaC controller on every push, and a Repository custom resource that PaC matches to the incoming webhook by URL. The payoff is that the build is versioned with the app: the .tekton file is reviewed, diffed, and rolled back like any other code, and every push — yours or a teammate's — is built the same way, with no one remembering to press a button. This is the on-ramp everything later attaches 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pipeline's obvious output is an image, but a Task can also publish results — small, typed facts about what it did. Parasol's curated image-size-report Task inspects the freshly built image, computes its pull size, and checks it against a budget, then publishes three results; the pipeline surfaces two at the run level, so a describe shows image-size-mb 391 and image-within-budget true for the claims image. That's a small idea with large consequences: once a pipeline emits data, later steps can branch on it — fail a build whose image blew its budget, block a deploy on a failed scan — and humans can audit it. The next module builds entirely on this: signing, attestation, and vulnerability gates are all "a Task produced a fact, and a later step enforced it."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expectations for the hands-on, all in your own {user}-cicd project. You run the seeded build-test-deploy pipeline and read how it's wired — params, workspaces, results, and five Tasks all pulled in by cluster resolver — then explore the two curated Tasks and see, concretely, why the shipped maven Task can't build this app. Then the memorable beat: you flip a one-line toggle in your fork that breaks a business-rule test, run the pipeline, and watch it go red at the test with the build skipped — a failing test stops a bad build. You revert to green, then wire Pipelines-as-Code so a Git push builds, tests, and deploys on its own. Expect the first run to take a while (Maven downloads its world twice); use the wait to explore the library.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Land the transfer and stay honest. Discussion prompts: where the real build of one of your services lives today — a reviewed pipeline, or a wiki and shell history; what the equivalent of the Java 17/21 gap is on your platform (a required scanner, a company base image, a standard deploy step every team solves differently) — that's your library's first Task; and the one test you wish had gated a past incident, and whether it was actually in the pipeline as a gate. Then the credibility close on restraint: a pipeline earns its keep through repetition, so don't build one for a throwaway; split a pipeline the moment it's hard to read rather than growing a monolith; reuse before you author; and never treat the module's CI-namespace deploy as promotion to production — building a trustworthy image is CI's job, and reconciling it into environments is GitOps' job (next up).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731520"/>
            <a:ext cx="1554480" cy="3676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251460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180">
                <a:solidFill>
                  <a:srgbClr val="EE0000"/>
                </a:solidFill>
                <a:latin typeface="Red Hat Display"/>
              </a:rPr>
              <a:t>B · DELIVERY &amp;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880360"/>
            <a:ext cx="2103120" cy="11887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B80000"/>
                </a:solidFill>
                <a:latin typeface="Red Hat Display"/>
              </a:rPr>
              <a:t>M07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27248" y="2971800"/>
            <a:ext cx="8412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Red Hat Display"/>
              </a:rPr>
              <a:t>Pipelines Fundamentals &amp; Task Libraries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41248" y="4443984"/>
            <a:ext cx="1463040" cy="0"/>
          </a:xfrm>
          <a:prstGeom prst="bentConnector3">
            <a:avLst/>
          </a:prstGeom>
          <a:ln w="3810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319" y="475488"/>
            <a:ext cx="1024128" cy="242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20">
                <a:solidFill>
                  <a:srgbClr val="EE0000"/>
                </a:solidFill>
                <a:latin typeface="Red Hat Display"/>
              </a:rPr>
              <a:t>M07 · PIPELINES FUNDAMENTALS &amp; TASK LIBRARIES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515600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Red Hat Display"/>
              </a:rPr>
              <a:t>The build that lives in someone's shell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54480"/>
            <a:ext cx="1371600" cy="0"/>
          </a:xfrm>
          <a:prstGeom prst="bentConnector3">
            <a:avLst/>
          </a:prstGeom>
          <a:ln w="3175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41248" y="166420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55960"/>
                </a:solidFill>
                <a:latin typeface="Red Hat Text"/>
              </a:rPr>
              <a:t>history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2670048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816352"/>
            <a:ext cx="237744" cy="2377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53312" y="2670048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Parasol ships claims by hand today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3273552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419856"/>
            <a:ext cx="237744" cy="2377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53312" y="3273552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Every engineer builds it slightly differently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3877056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023360"/>
            <a:ext cx="237744" cy="2377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353312" y="3877056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No shared record of how, no gate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4480560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626864"/>
            <a:ext cx="237744" cy="23774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353312" y="4480560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"How do we ship this?" → a stale wiki page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" y="5084064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5230368"/>
            <a:ext cx="237744" cy="23774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353312" y="5084064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A pipeline makes it reviewed and repeatable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12280" y="2670048"/>
            <a:ext cx="4538167" cy="2944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013448" y="2871216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13448" y="2871216"/>
            <a:ext cx="1298448" cy="31089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80000"/>
                </a:solidFill>
                <a:latin typeface="Red Hat Display"/>
              </a:rPr>
              <a:t>MEDIA PASS</a:t>
            </a:r>
          </a:p>
        </p:txBody>
      </p:sp>
      <p:pic>
        <p:nvPicPr>
          <p:cNvPr id="25" name="Picture 24" descr="eye_sl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3619" y="3383280"/>
            <a:ext cx="475488" cy="47548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050024" y="3995928"/>
            <a:ext cx="4062679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A messy "shell history + stale wiki" box on the left, an arrow to a clean "pipeline in Git" box on the right.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41248" y="6437376"/>
            <a:ext cx="10509199" cy="0"/>
          </a:xfrm>
          <a:prstGeom prst="bentConnector3">
            <a:avLst/>
          </a:prstGeom>
          <a:ln w="1270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4124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CONFIDENTIAL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01807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319" y="475488"/>
            <a:ext cx="1024128" cy="242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20">
                <a:solidFill>
                  <a:srgbClr val="EE0000"/>
                </a:solidFill>
                <a:latin typeface="Red Hat Display"/>
              </a:rPr>
              <a:t>M07 · PIPELINES FUNDAMENTALS &amp; TASK LIBRARIES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515600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Red Hat Display"/>
              </a:rPr>
              <a:t>Anatomy — Task, Pipeline, PipelineRun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54480"/>
            <a:ext cx="1371600" cy="0"/>
          </a:xfrm>
          <a:prstGeom prst="bentConnector3">
            <a:avLst/>
          </a:prstGeom>
          <a:ln w="3175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41248" y="2395728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542032"/>
            <a:ext cx="237744" cy="2377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53312" y="2395728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Task: one reusable unit of work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999232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145536"/>
            <a:ext cx="237744" cy="2377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53312" y="2999232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Pipeline: an ordered graph of Tasks (the recipe)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3602736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749040"/>
            <a:ext cx="237744" cy="2377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53312" y="3602736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PipelineRun: one execution (recipe meets reality)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4206240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352544"/>
            <a:ext cx="237744" cy="23774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53312" y="4206240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Reusable via params, workspaces, results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4809744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956048"/>
            <a:ext cx="237744" cy="23774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53312" y="4809744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Params in, files shared, facts out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12280" y="2395728"/>
            <a:ext cx="4538167" cy="2944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013448" y="2596896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13448" y="2596896"/>
            <a:ext cx="1298448" cy="31089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80000"/>
                </a:solidFill>
                <a:latin typeface="Red Hat Display"/>
              </a:rPr>
              <a:t>MEDIA PASS</a:t>
            </a:r>
          </a:p>
        </p:txBody>
      </p:sp>
      <p:pic>
        <p:nvPicPr>
          <p:cNvPr id="24" name="Picture 23" descr="eye_sl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3619" y="3108960"/>
            <a:ext cx="475488" cy="47548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050024" y="3721608"/>
            <a:ext cx="4062679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Reuse concept diagram pipelines-fundamentals-...-01 (top half) — Task → Pipeline → PipelineRun with params-in / workspace / results-out labels.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1248" y="6437376"/>
            <a:ext cx="10509199" cy="0"/>
          </a:xfrm>
          <a:prstGeom prst="bentConnector3">
            <a:avLst/>
          </a:prstGeom>
          <a:ln w="1270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4124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01807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319" y="475488"/>
            <a:ext cx="1024128" cy="242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20">
                <a:solidFill>
                  <a:srgbClr val="EE0000"/>
                </a:solidFill>
                <a:latin typeface="Red Hat Display"/>
              </a:rPr>
              <a:t>M07 · PIPELINES FUNDAMENTALS &amp; TASK LIBRARIES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515600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Red Hat Display"/>
              </a:rPr>
              <a:t>Three reuse layers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54480"/>
            <a:ext cx="1371600" cy="0"/>
          </a:xfrm>
          <a:prstGeom prst="bentConnector3">
            <a:avLst/>
          </a:prstGeom>
          <a:ln w="3175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41248" y="166420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55960"/>
                </a:solidFill>
                <a:latin typeface="Red Hat Text"/>
              </a:rPr>
              <a:t>wired by the cluster resolver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2670048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816352"/>
            <a:ext cx="237744" cy="2377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53312" y="2670048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Catalog Tasks: shipped, ~40, you never maintain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3273552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419856"/>
            <a:ext cx="237744" cy="2377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53312" y="3273552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Org library: your platform team curates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3877056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023360"/>
            <a:ext cx="237744" cy="2377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353312" y="3877056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App pipeline: the one thing that's yours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4480560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626864"/>
            <a:ext cx="237744" cy="23774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353312" y="4480560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resolver: cluster — reference, don't copy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" y="5084064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5230368"/>
            <a:ext cx="237744" cy="23774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353312" y="5084064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ClusterTask is gone (1.17); resolver replaced 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12280" y="2670048"/>
            <a:ext cx="4538167" cy="2944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013448" y="2871216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13448" y="2871216"/>
            <a:ext cx="1298448" cy="31089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80000"/>
                </a:solidFill>
                <a:latin typeface="Red Hat Display"/>
              </a:rPr>
              <a:t>MEDIA PASS</a:t>
            </a:r>
          </a:p>
        </p:txBody>
      </p:sp>
      <p:pic>
        <p:nvPicPr>
          <p:cNvPr id="25" name="Picture 24" descr="eye_sl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3619" y="3383280"/>
            <a:ext cx="475488" cy="47548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050024" y="3995928"/>
            <a:ext cx="4062679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Reuse concept diagram pipelines-fundamentals-...-01 (full) — three colored layers, each Task dotted to a resolver: cluster arrow into the app pipeline.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41248" y="6437376"/>
            <a:ext cx="10509199" cy="0"/>
          </a:xfrm>
          <a:prstGeom prst="bentConnector3">
            <a:avLst/>
          </a:prstGeom>
          <a:ln w="1270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4124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CONFIDENTIAL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01807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319" y="475488"/>
            <a:ext cx="1024128" cy="242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20">
                <a:solidFill>
                  <a:srgbClr val="EE0000"/>
                </a:solidFill>
                <a:latin typeface="Red Hat Display"/>
              </a:rPr>
              <a:t>M07 · PIPELINES FUNDAMENTALS &amp; TASK LIBRARIES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515600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Red Hat Display"/>
              </a:rPr>
              <a:t>Why curate a library — the Java 17 vs 21 gap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54480"/>
            <a:ext cx="1371600" cy="0"/>
          </a:xfrm>
          <a:prstGeom prst="bentConnector3">
            <a:avLst/>
          </a:prstGeom>
          <a:ln w="3175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41248" y="2395728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542032"/>
            <a:ext cx="237744" cy="2377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53312" y="2395728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OpenShift ships a maven Task — use it, right?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999232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145536"/>
            <a:ext cx="237744" cy="2377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53312" y="2999232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It's pinned to Java 17, no image parameter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3602736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749040"/>
            <a:ext cx="237744" cy="2377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53312" y="3602736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This app is Java 21 → "release 21 not supported"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4206240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352544"/>
            <a:ext cx="237744" cy="23774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53312" y="4206240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Fix once: curate maven-jdk21 into the library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4809744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956048"/>
            <a:ext cx="237744" cy="23774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53312" y="4809744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Every pipeline references it — that's the leverage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12280" y="2395728"/>
            <a:ext cx="4538167" cy="2944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013448" y="2596896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13448" y="2596896"/>
            <a:ext cx="1298448" cy="31089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80000"/>
                </a:solidFill>
                <a:latin typeface="Red Hat Display"/>
              </a:rPr>
              <a:t>MEDIA PASS</a:t>
            </a:r>
          </a:p>
        </p:txBody>
      </p:sp>
      <p:pic>
        <p:nvPicPr>
          <p:cNvPr id="24" name="Picture 23" descr="eye_sl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3619" y="3108960"/>
            <a:ext cx="475488" cy="47548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050024" y="3721608"/>
            <a:ext cx="4062679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Two Task cards side by side — shipped "maven / openjdk-17 / no image param" (red X on a Java 21 app) vs curated "maven-jdk21 / openjdk-21" (green check).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1248" y="6437376"/>
            <a:ext cx="10509199" cy="0"/>
          </a:xfrm>
          <a:prstGeom prst="bentConnector3">
            <a:avLst/>
          </a:prstGeom>
          <a:ln w="1270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4124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01807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319" y="475488"/>
            <a:ext cx="1024128" cy="242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20">
                <a:solidFill>
                  <a:srgbClr val="EE0000"/>
                </a:solidFill>
                <a:latin typeface="Red Hat Display"/>
              </a:rPr>
              <a:t>M07 · PIPELINES FUNDAMENTALS &amp; TASK LIBRARIES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515600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Red Hat Display"/>
              </a:rPr>
              <a:t>Pipelines-as-Code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54480"/>
            <a:ext cx="1371600" cy="0"/>
          </a:xfrm>
          <a:prstGeom prst="bentConnector3">
            <a:avLst/>
          </a:prstGeom>
          <a:ln w="3175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41248" y="166420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55960"/>
                </a:solidFill>
                <a:latin typeface="Red Hat Text"/>
              </a:rPr>
              <a:t>the pipeline lives with the 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2670048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816352"/>
            <a:ext cx="237744" cy="2377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53312" y="2670048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.tekton/ file lives in the app's own repo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3273552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419856"/>
            <a:ext cx="237744" cy="2377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53312" y="3273552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A Git push fires the pipeline — no button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3877056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023360"/>
            <a:ext cx="237744" cy="2377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353312" y="3877056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Webhook → PaC controller → PipelineRun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4480560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626864"/>
            <a:ext cx="237744" cy="23774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353312" y="4480560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Versioned, diffed, rolled back like code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" y="5084064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5230368"/>
            <a:ext cx="237744" cy="23774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353312" y="5084064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Every push built the same way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12280" y="2670048"/>
            <a:ext cx="4538167" cy="2944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013448" y="2871216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13448" y="2871216"/>
            <a:ext cx="1298448" cy="31089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80000"/>
                </a:solidFill>
                <a:latin typeface="Red Hat Display"/>
              </a:rPr>
              <a:t>MEDIA PASS</a:t>
            </a:r>
          </a:p>
        </p:txBody>
      </p:sp>
      <p:pic>
        <p:nvPicPr>
          <p:cNvPr id="25" name="Picture 24" descr="eye_sl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3619" y="3383280"/>
            <a:ext cx="475488" cy="47548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050024" y="3995928"/>
            <a:ext cx="4062679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Reuse concept diagram pipelines-fundamentals-...-02 — push → Gitea webhook → PaC controller → new PipelineRun.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41248" y="6437376"/>
            <a:ext cx="10509199" cy="0"/>
          </a:xfrm>
          <a:prstGeom prst="bentConnector3">
            <a:avLst/>
          </a:prstGeom>
          <a:ln w="1270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4124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CONFIDENTIAL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01807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319" y="475488"/>
            <a:ext cx="1024128" cy="242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20">
                <a:solidFill>
                  <a:srgbClr val="EE0000"/>
                </a:solidFill>
                <a:latin typeface="Red Hat Display"/>
              </a:rPr>
              <a:t>M07 · PIPELINES FUNDAMENTALS &amp; TASK LIBRARIES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515600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Red Hat Display"/>
              </a:rPr>
              <a:t>Pipelines produce data, not just images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54480"/>
            <a:ext cx="1371600" cy="0"/>
          </a:xfrm>
          <a:prstGeom prst="bentConnector3">
            <a:avLst/>
          </a:prstGeom>
          <a:ln w="3175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41248" y="2395728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542032"/>
            <a:ext cx="237744" cy="2377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53312" y="2395728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A Task can publish results (typed facts)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999232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145536"/>
            <a:ext cx="237744" cy="2377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53312" y="2999232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image-size-report: 391 MB, within 500 MB budget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3602736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749040"/>
            <a:ext cx="237744" cy="2377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53312" y="3602736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Results surface at the run level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4206240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352544"/>
            <a:ext cx="237744" cy="23774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53312" y="4206240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Later steps can branch on them; humans audit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4809744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956048"/>
            <a:ext cx="237744" cy="23774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53312" y="4809744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Next module: sign, attest, scan — same idea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12280" y="2395728"/>
            <a:ext cx="4538167" cy="2944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013448" y="2596896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13448" y="2596896"/>
            <a:ext cx="1298448" cy="31089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80000"/>
                </a:solidFill>
                <a:latin typeface="Red Hat Display"/>
              </a:rPr>
              <a:t>MEDIA PASS</a:t>
            </a:r>
          </a:p>
        </p:txBody>
      </p:sp>
      <p:pic>
        <p:nvPicPr>
          <p:cNvPr id="24" name="Picture 23" descr="eye_sl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3619" y="3108960"/>
            <a:ext cx="475488" cy="47548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050024" y="3721608"/>
            <a:ext cx="4062679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A PipelineRun "Results" panel card: image-size-mb = 391, image-within-budget = true, with a small arrow to "a later step can gate on this."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1248" y="6437376"/>
            <a:ext cx="10509199" cy="0"/>
          </a:xfrm>
          <a:prstGeom prst="bentConnector3">
            <a:avLst/>
          </a:prstGeom>
          <a:ln w="1270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4124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01807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319" y="475488"/>
            <a:ext cx="1024128" cy="242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20">
                <a:solidFill>
                  <a:srgbClr val="EE0000"/>
                </a:solidFill>
                <a:latin typeface="Red Hat Display"/>
              </a:rPr>
              <a:t>M07 · PIPELINES FUNDAMENTALS &amp; TASK LIBRARIES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515600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Red Hat Display"/>
              </a:rPr>
              <a:t>What you'll do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54480"/>
            <a:ext cx="1371600" cy="0"/>
          </a:xfrm>
          <a:prstGeom prst="bentConnector3">
            <a:avLst/>
          </a:prstGeom>
          <a:ln w="3175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41248" y="2395728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542032"/>
            <a:ext cx="237744" cy="2377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53312" y="2395728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Run the build-test-deploy pipeline; read its anatomy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999232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145536"/>
            <a:ext cx="237744" cy="2377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53312" y="2999232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Explore the task library; find the Java 17/21 gap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3602736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749040"/>
            <a:ext cx="237744" cy="2377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53312" y="3602736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Break a test — watch the pipeline refuse the build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4206240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352544"/>
            <a:ext cx="237744" cy="23774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53312" y="4206240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Wire Pipelines-as-Code; push to green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4809744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956048"/>
            <a:ext cx="237744" cy="23774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53312" y="4809744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Read the image-size result the pipeline published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12280" y="2395728"/>
            <a:ext cx="4538167" cy="2944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013448" y="2596896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13448" y="2596896"/>
            <a:ext cx="1298448" cy="31089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80000"/>
                </a:solidFill>
                <a:latin typeface="Red Hat Display"/>
              </a:rPr>
              <a:t>MEDIA PASS</a:t>
            </a:r>
          </a:p>
        </p:txBody>
      </p:sp>
      <p:pic>
        <p:nvPicPr>
          <p:cNvPr id="24" name="Picture 23" descr="eye_sl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3619" y="3108960"/>
            <a:ext cx="475488" cy="47548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050024" y="3721608"/>
            <a:ext cx="4062679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Numbered arc strip: run → explore library → break/fix → push-to-build → read results.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1248" y="6437376"/>
            <a:ext cx="10509199" cy="0"/>
          </a:xfrm>
          <a:prstGeom prst="bentConnector3">
            <a:avLst/>
          </a:prstGeom>
          <a:ln w="1270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4124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01807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319" y="475488"/>
            <a:ext cx="1024128" cy="242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20">
                <a:solidFill>
                  <a:srgbClr val="EE0000"/>
                </a:solidFill>
                <a:latin typeface="Red Hat Display"/>
              </a:rPr>
              <a:t>M07 · PIPELINES FUNDAMENTALS &amp; TASK LIBRARIES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515600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Red Hat Display"/>
              </a:rPr>
              <a:t>Map to your org — and when not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54480"/>
            <a:ext cx="1371600" cy="0"/>
          </a:xfrm>
          <a:prstGeom prst="bentConnector3">
            <a:avLst/>
          </a:prstGeom>
          <a:ln w="3175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41248" y="2395728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542032"/>
            <a:ext cx="237744" cy="2377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53312" y="2395728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Where does "how we build this" actually live?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999232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145536"/>
            <a:ext cx="237744" cy="2377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53312" y="2999232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What's your library's first Task (your Java 17/21 gap)?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3602736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749040"/>
            <a:ext cx="237744" cy="2377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53312" y="3602736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Which test do you wish had gated a past incident?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4206240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352544"/>
            <a:ext cx="237744" cy="23774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53312" y="4206240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Don't pipeline a one-off; don't build one monolith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4809744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956048"/>
            <a:ext cx="237744" cy="23774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53312" y="4809744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Don't treat a CI-namespace deploy as production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12280" y="2395728"/>
            <a:ext cx="4538167" cy="2944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013448" y="2596896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13448" y="2596896"/>
            <a:ext cx="1298448" cy="31089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80000"/>
                </a:solidFill>
                <a:latin typeface="Red Hat Display"/>
              </a:rPr>
              <a:t>MEDIA PASS</a:t>
            </a:r>
          </a:p>
        </p:txBody>
      </p:sp>
      <p:pic>
        <p:nvPicPr>
          <p:cNvPr id="24" name="Picture 23" descr="eye_sl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3619" y="3108960"/>
            <a:ext cx="475488" cy="47548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050024" y="3721608"/>
            <a:ext cx="4062679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Two-column card "reach for a pipeline / a terminal is enough", with a footnote pointer to the Supply Chain and GitOps modules.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1248" y="6437376"/>
            <a:ext cx="10509199" cy="0"/>
          </a:xfrm>
          <a:prstGeom prst="bentConnector3">
            <a:avLst/>
          </a:prstGeom>
          <a:ln w="1270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4124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01807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