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pain everyone recognizes. Parasol's claims service builds and deploys with commands people type by hand — which is fine for one person learning, and a liability for a team. There's no shared, current answer to "how is this service built and tested?"; it lives in shell history and a wiki page that went stale months ago, and nothing gates a broken change on its way out. The module turns that manual sequence into a pipeline — a versioned, repeatable build-test-deploy that any Git push can run — and starts the company task library that keeps every team's pipeline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people the vocabulary before anything else. A Task is a single reusable unit — clone, test, build, deploy. A Pipeline is an ordered graph of Tasks; it runs nothing itself, it's the recipe. A PipelineRun is one execution — you hand it parameter values and a workspace and it creates the Pods. What makes a Task reusable instead of a copy-pasted script is three typed connection points: parameters (typed inputs like the Git URL and image tag), workspaces (shared storage, usually a PVC, so one Task hands files to the next), and results (small typed outputs — a computed size, a verdict — that let later steps and humans act on a fact). The claims pipeline is exactly this: five Tasks, one workspace, four params, two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best Task is one you didn't write. OpenShift Pipelines organizes reuse into three layers and your app pipeline pulls from all three: shipped catalog Tasks in the openshift-pipelines namespace (git-clone, buildah, openshift-client — you reference, never maintain); a curated organization library your platform team standardizes on, published once into a shared namespace so every team uses the same blessed version; and your app's own pipeline, which composes the other two. The wiring is the cluster resolver — instead of copying a Task's YAML you write a reference ("the Task named X in namespace Y") and Tekton resolves it at run time. Note for the field: the old ClusterTask kind was removed in Pipelines 1.17; the cluster resolver is its supported, better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answers the skeptic — "if OpenShift ships forty Tasks, why maintain our own?" The claims pipeline needs to run Maven, and OpenShift ships a maven Task, so the obvious move is to use it. Except the shipped Task pins its build step to a Java 17 runner image and exposes no parameter to change it — and this app is Java 21, so it fails immediately with "release version 21 not supported." You can't pass a parameter because there's no parameter to pass. The choice is to fork and maintain a patched copy in every Java 21 pipeline, or curate one correct Task once — maven-jdk21 — that every team references by resolver. That single concrete gap is the entire argument for an organization library, and it's the platform team's leverage: fix a Task once, everyone inherits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pipeline someone has to remember to run will drift from the code it builds. Pipelines-as-Code closes that gap: the PipelineRun definition lives in a .tekton/ directory inside the application's own Git repository, and a push fires it. Two pieces make it work, and attendees set up both in the lab — a webhook on the repo that POSTs to the PaC controller on every push, and a Repository custom resource that PaC matches to the incoming webhook by URL. The payoff is that the build is versioned with the app: the .tekton file is reviewed, diffed, and rolled back like any other code, and every push — yours or a teammate's — is built the same way, with no one remembering to press a button. This is the on-ramp everything later attaches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pipeline's obvious output is an image, but a Task can also publish results — small, typed facts about what it did. Parasol's curated image-size-report Task inspects the freshly built image, computes its pull size, and checks it against a budget, then publishes three results; the pipeline surfaces two at the run level, so a describe shows image-size-mb 391 and image-within-budget true for the claims image. That's a small idea with large consequences: once a pipeline emits data, later steps can branch on it — fail a build whose image blew its budget, block a deploy on a failed scan — and humans can audit it. The next module builds entirely on this: signing, attestation, and vulnerability gates are all "a Task produced a fact, and a later step enforced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for the hands-on, all in your own {user}-cicd project. You run the seeded build-test-deploy pipeline and read how it's wired — params, workspaces, results, and five Tasks all pulled in by cluster resolver — then explore the two curated Tasks and see, concretely, why the shipped maven Task can't build this app. Then the memorable beat: you flip a one-line toggle in your fork that breaks a business-rule test, run the pipeline, and watch it go red at the test with the build skipped — a failing test stops a bad build. You revert to green, then wire Pipelines-as-Code so a Git push builds, tests, and deploys on its own. Expect the first run to take a while (Maven downloads its world twice); use the wait to explore the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transfer and stay honest. Discussion prompts: where the real build of one of your services lives today — a reviewed pipeline, or a wiki and shell history; what the equivalent of the Java 17/21 gap is on your platform (a required scanner, a company base image, a standard deploy step every team solves differently) — that's your library's first Task; and the one test you wish had gated a past incident, and whether it was actually in the pipeline as a gate. Then the credibility close on restraint: a pipeline earns its keep through repetition, so don't build one for a throwaway; split a pipeline the moment it's hard to read rather than growing a monolith; reuse before you author; and never treat the module's CI-namespace deploy as promotion to production — building a trustworthy image is CI's job, and reconciling it into environments is GitOps' job (next up).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diagram: Anatomy and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diagram: Pipeline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diagram: What you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31520"/>
            <a:ext cx="1554480" cy="36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5146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180">
                <a:solidFill>
                  <a:srgbClr val="EE0000"/>
                </a:solidFill>
                <a:latin typeface="Red Hat Display"/>
              </a:rPr>
              <a:t>B · DELIVERY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880360"/>
            <a:ext cx="2103120" cy="11887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B80000"/>
                </a:solidFill>
                <a:latin typeface="Red Hat Display"/>
              </a:rPr>
              <a:t>M07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297180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Red Hat Display"/>
              </a:rPr>
              <a:t>Pipelines Fundamentals &amp; Task Libraries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4443984"/>
            <a:ext cx="1463040" cy="0"/>
          </a:xfrm>
          <a:prstGeom prst="bentConnector3">
            <a:avLst/>
          </a:prstGeom>
          <a:ln w="3810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build that lives in someone's shell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history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80720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930103"/>
            <a:ext cx="266273" cy="2662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27632" y="267004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Parasol ships claims by hand today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67004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80720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930103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80" y="267004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Every engineer builds it slightly differently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60273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7552" y="373989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862791"/>
            <a:ext cx="266273" cy="26627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27632" y="360273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No shared record of how, no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360273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0" y="373989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862791"/>
            <a:ext cx="266273" cy="26627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40880" y="360273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"How do we ship this?" → a stale wiki page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53542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87552" y="467258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795479"/>
            <a:ext cx="266273" cy="26627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27632" y="453542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 pipeline makes it reviewed and repeatable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Anatomy — Task, Pipeline, PipelineRun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Task: one reusable unit of 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Pipeline: an ordered graph of Tasks (the recipe)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PipelineRun: one execution (recipe meets reality)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Reusable via params, workspaces, results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Params in, files shared, facts out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Three reuse layers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wired by the cluster resolver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80720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930103"/>
            <a:ext cx="266273" cy="2662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27632" y="267004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Catalog Tasks: shipped, ~40, you never maintain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67004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80720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930103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80" y="267004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Org library: your platform team curates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60273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7552" y="373989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862791"/>
            <a:ext cx="266273" cy="26627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27632" y="360273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App pipeline: the one thing that's yours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360273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0" y="373989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862791"/>
            <a:ext cx="266273" cy="26627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40880" y="360273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resolver: cluster — reference, don't copy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53542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87552" y="467258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795479"/>
            <a:ext cx="266273" cy="26627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27632" y="453542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ClusterTask is gone (1.17); resolver replaced it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Why curate a library — the Java 17 vs 21 gap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OpenShift ships a maven Task — use it, right?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It's pinned to Java 17, no image parameter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This app is Java 21 → "release 21 not supported"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Fix once: curate maven-jdk21 into the library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Every pipeline references it — that's the leverage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Pipelines-as-Code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the pipeline lives with the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80720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930103"/>
            <a:ext cx="266273" cy="2662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27632" y="267004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.tekton/ file lives in the app's own repo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67004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80720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930103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80" y="267004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 Git push fires the pipeline — no button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60273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7552" y="373989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862791"/>
            <a:ext cx="266273" cy="26627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27632" y="360273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Webhook → PaC controller → PipelineRun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360273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0" y="373989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862791"/>
            <a:ext cx="266273" cy="26627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40880" y="360273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Versioned, diffed, rolled back like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53542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87552" y="467258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795479"/>
            <a:ext cx="266273" cy="26627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27632" y="453542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Every push built the same way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Pipelines produce data, not just images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 Task can publish results (typed facts)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image-size-report: 391 MB, within 500 MB budget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Results surface at the run level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Later steps can branch on them; humans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Next module: sign, attest, scan — same idea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you'll 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Run the build-test-deploy pipeline; read its anatomy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Explore the task library; find the Java 17/21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Break a test — watch the pipeline refuse the build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Wire Pipelines-as-Code; push to green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Read the image-size result the pipeline published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Map to your org — and when not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Where does "how we build this" actually live?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What's your library's first Task (your Java 17/21 gap)?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Which test do you wish had gated a past incident?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Don't pipeline a one-off; don't build one monolith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Don't treat a CI-namespace deploy as production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Anatomy and layers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31720"/>
            <a:ext cx="10509199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-anatomy-and-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972" y="2532888"/>
            <a:ext cx="5595750" cy="339242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Pipeline choices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31720"/>
            <a:ext cx="10509199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-pipeline-cho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678" y="2532888"/>
            <a:ext cx="4090337" cy="339242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M07 · PIPELINES FUNDAMENTALS &amp; TASK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 built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31720"/>
            <a:ext cx="10509199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what-you-bui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968900"/>
            <a:ext cx="10106863" cy="2520399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