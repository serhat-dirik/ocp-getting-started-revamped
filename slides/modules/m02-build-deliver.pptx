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situation the module solves. Parasol's development team hands you the claims service as source code — a Quarkus repo in Git, no container image. In the first module you ran a prebuilt image; now you have to produce one. Set up the question the whole module answers: what is the right way to turn source into a running app, and why does OpenShift offer several?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single right way, because apps arrive in different shapes. Four on-ramps, from least to most control: deploy a prebuilt image (no build); import from Git and let Source-to-Image build it (no Dockerfile); build from a Dockerfile/Containerfile when you need control of the base image; graduate to a pipeline when the build is really test-scan-sign-deploy. The skill is choosing, not memorizing one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S2I is the fast default. You supply source and pick a language builder image (the workshop's Java 21 builder for the claims service); the platform runs the build inside it and pushes a runnable image. You write zero Dockerfiles for the common case. The same on-ramp handles the polyglot notifications service in Node.js — one workflow, many languages. Reach past S2I only when you have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a base image comes from is the foundation of everything you ship and the first thing security asks. Red Hat's answer is the Universal Base Image — trusted, patched, freely redistributable — and the language builders are built on it. The two registries prove the point: registry.access hands out UBI anonymously; the fuller registry.redhat.io needs the cluster's pull secret. Starting from trusted content is how you answer "where did this come from?" before an auditor does. Also note: containers run as a random non-root UID, so images use a numeric USER and group-writable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Builder images, templates, and operator-backed services are surfaced in one place — the developer catalog, reached from +Add. It is where a developer answers "what can I deploy here?" without filing a ticket. It is curated: in the lab you deploy PostgreSQL from a Parasol template that exists because the stock templates ship an end-of-life engine on a deprecated workload type. Notice that someone chose the tiles in front of you — catalog governance is a later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for the hands-on. Attendees build the claims service two ways (S2I and Dockerfile) and compare the BuildConfigs, import the notifications service in Node.js with the same S2I on-ramp, deploy a PostgreSQL database from the Parasol catalog, and wire the claims service to it — turning a crash-looping Pod into a running, database-backed API. Everything builds from their own Gitea fork, in their own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transfer and stay honest. Prompts: how many Dockerfiles do your teams maintain versus need; can you trace a production image to its base; is there a curated paved road or does every team reinvent it. The credibility close — S2I is the default, but the Dockerfile strategy earns its keep when you must pin a base image; a lone BuildConfig is not a pipeline; and the ephemeral database you deployed is deliberately not production. Choosing the right on-ramp is the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731520"/>
            <a:ext cx="1554480" cy="3676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5146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>
                <a:solidFill>
                  <a:srgbClr val="2E4A62"/>
                </a:solidFill>
                <a:latin typeface="Red Hat Display"/>
              </a:rPr>
              <a:t>A ·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210312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B80000"/>
                </a:solidFill>
                <a:latin typeface="Red Hat Display"/>
              </a:rPr>
              <a:t>M02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2971800"/>
            <a:ext cx="841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Red Hat Display"/>
              </a:rPr>
              <a:t>Ways to Build &amp; Deliver Apps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4443984"/>
            <a:ext cx="1463040" cy="0"/>
          </a:xfrm>
          <a:prstGeom prst="bentConnector3">
            <a:avLst/>
          </a:prstGeom>
          <a:ln w="3810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M02 · WAYS TO BUILD &amp; DELIVER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Here is some source 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The dev team hands you a Git repo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No image, no Dockerfile anywhere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It has to run on the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You could hand-write a build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Or let the platform do 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A Git repo icon with an arrow to a question mark over an OpenShift cluster — "source in, running app out?"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M02 · WAYS TO BUILD &amp; DELIVER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The build spectrum — four on-ramps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Deploy from image: no 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Import from Git: Source-to-Image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Dockerfile / Containerfile: full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Pipeline: when build is a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Match the on-ramp to the 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Reuse concept diagram build-deliver-01-build-spectrum.svg — the decision tree from image? / source? / need control? / workflow?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M02 · WAYS TO BUILD &amp; DELIVER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Source-to-Image — the paved road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Your source plus a builder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Platform builds the image for you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No Dockerfile to write or patch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Works for Java, Node.js, Python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The right default for most services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source → [builder image] → image → Deployment → Route, labeled "S2I: you write no Dockerfile."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M02 · WAYS TO BUILD &amp; DELIVER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Where your image comes from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Every container starts from a base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UBI: trusted, maintained, redistributable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registry.access: anonymous UBI pull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registry.redhat.io: authenticated, credentialed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Provenance is a security question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Two registry boxes — access.redhat.com (open padlock, "200 anonymous") vs registry.redhat.io (closed padlock, "401 needs credentials").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M02 · WAYS TO BUILD &amp; DELIVER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The catalog is the front door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One place: templates, samples,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Curated by the platform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Deploy a database without a ticket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Bad defaults are curated 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Someone chose what you see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A catalog grid with a highlighted "Parasol PostgreSQL (ephemeral)" tile and a greyed-out "deprecated" tile beside it.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M02 · WAYS TO BUILD &amp; DELIVER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What you'll 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Import claims from Git with S2I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Build the same app from its Containerfile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Import notifications — Node.js polyglot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Deploy PostgreSQL from the catalog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Wire it up; watch the app go live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Numbered arc strip: S2I claims → Dockerfile compare → Node.js notifications → catalog DB → wire and run.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M02 · WAYS TO BUILD &amp; DELIVER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Map to your org — and when not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Count your Dockerfiles; how many needed?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Where do your base images come from?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Who curates your paved road?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Dockerfile only when you need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Ephemeral DB is not 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Two-column decision card — "S2I by default / Dockerfile on purpose" with the trade-offs.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