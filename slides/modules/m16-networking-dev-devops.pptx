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concrete situation. Parasol's claims application is three tiers — a web front end, a claims API, and a Postgres database — sitting on a flat, open network where any pod can reach any other on any port, and nothing is reachable from outside at all. The whole module is how OpenShift turns that network into a control plane: you choose exactly what becomes public (north-south) and you let only the right pods talk to each other (east-west). Same cluster, same app — but by the end the database answers only the API, the front end is the only door in, and none of it is a firewall appliance.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conversation runs in one of two directions, and OpenShift gives you a different tool for each. North-south is traffic crossing the cluster boundary — a browser reaching your front end — and you control it by choosing what to expose; most workloads should never be reachable from outside. East-west is traffic between pods inside the cluster — web calling API, API querying database — and by default it's wide open, so you control it by writing policy or giving a namespace its own network. Knowing which direction you need is half the battle: north-south is a Route or Gateway, east-west is a NetworkPolicy or UDN.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don't need OVN-Kubernetes internals — you need one chain. A Service is a stable name and virtual IP for a set of pods; behind it are endpoints, the real pod IPs kept in step with a label selector; the data plane programs every node so a packet reaches a healthy endpoint, and that's where NetworkPolicy is enforced — as flow rules, not a sidecar; and a Route tells the ingress router to accept outside traffic for a hostname. The single most common "networking bug" in the field isn't a firewall — it's a Service whose selector matches no pods: the Service is green, DNS resolves, and every connection fails. Attendees break exactly that on purpose in the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There's a decision tree for "make this reachable," and each rung exists for a reason — stop at the first that fits. ClusterIP is the default and where most workloads stay. NodePort opens the same port on every node — understand it once, reach for it almost never. LoadBalancer asks the platform for an external IP, which only appears if a provider answers — on this bare-metal cluster with no provider it hangs at &lt;pending&gt;, which is the lesson: LoadBalancer is a promise the platform has to be able to keep. Route is the deterministic path — wildcard DNS, edge TLS, no provider — and it's what you actually run. The Gateway API (GatewayClass → Gateway → HTTPRoute, weighted splits) is the portable successor and the strategic direction, GA on OpenShift.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credibility slide. Routes and today's OpenShift Gateway API are HTTP(S)/SNI-centric — they route by hostname and path and terminate or pass TLS by SNI. They do not expose raw TCP, UDP, or TLS-passthrough for arbitrary protocols; on this cluster the experimental TCPRoute/TLSRoute/UDPRoute APIs are deliberately not installed. When you need L4 ingress — a database port, a custom protocol, gRPC with passthrough — that's the service mesh, covered in the advanced module. Knowing this boundary keeps teams from fighting a Route to do something it was never designed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Inside the cluster the default is allow-all, so a three-tier app's database will happily accept a connection from anything. The pattern to fix it is always the same: apply a default-deny so nothing may talk, then re-open only the flows the app genuinely needs — the database accepts 5432 only from the API, the API accepts 8080 only from the web tier. It's per-pod and per-port, expressed as labels, enforced in the data plane, and the allows become the documentation of what may talk to what. One trap everyone hits: default-deny on egress also blocks DNS, so pods stop resolving names and the app looks broken for the wrong reason — the fix is a deliberate DNS egress allow that names the CoreDNS pods' actual port, not the Service's 53.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Sometimes you want a whole namespace isolated and you want it for free. A Primary UserDefinedNetwork gives its namespace its own pod network — a separate Layer 2 segment — so its pods are isolated from every other namespace natively, with no NetworkPolicy at all. It's GA on OpenShift. The trade-off is a hard rule: a Primary UDN must exist before the namespace's first pod (you can't convert a populated namespace), so it's the platform team's decision at creation time — exactly how the workshop's partner namespace was built. Reach for a UDN when isolation is a property of the whole namespace; reach for NetworkPolicy when you need selective flows within or across namespaces. The service mesh is the third layer on top, adding workload identity — a later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 for the hands-on, all in the attendee's own claims-app namespace, then land the transfer. You trace a packet and break a Service selector to feel the #1 bug; expose the front end with an edge Route and see NodePort and LoadBalancer honestly (the latter stuck at &lt;pending&gt;); apply default-deny, watch the app and DNS break, re-open only what's needed, and prove a debug pod is now blocked from the database while the API still gets through; then meet a partner namespace isolated natively by a UDN with zero policy. Take the questions back: if someone deployed a debug pod in your most sensitive namespace right now, what could it reach — and could you produce, from policy alone, the list of flows your app is actually allowed? And stay honest about restraint: don't hand-write netpols where a UDN fits, don't fight a Route to do L4, don't reach for LoadBalancer when a Route will do, and never default-deny without the DNS allow.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731520"/>
            <a:ext cx="1554480" cy="3676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25146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180">
                <a:solidFill>
                  <a:srgbClr val="2E7D32"/>
                </a:solidFill>
                <a:latin typeface="Red Hat Display"/>
              </a:rPr>
              <a:t>C · PLATFORM &amp; TENANCY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880360"/>
            <a:ext cx="2103120" cy="11887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5200" b="1">
                <a:solidFill>
                  <a:srgbClr val="B80000"/>
                </a:solidFill>
                <a:latin typeface="Red Hat Display"/>
              </a:rPr>
              <a:t>M16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7248" y="2971800"/>
            <a:ext cx="841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Red Hat Display"/>
              </a:rPr>
              <a:t>Networking for Dev &amp; DevOps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41248" y="4443984"/>
            <a:ext cx="1463040" cy="0"/>
          </a:xfrm>
          <a:prstGeom prst="bentConnector3">
            <a:avLst/>
          </a:prstGeom>
          <a:ln w="3810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M16 · NETWORKING FOR DEV &amp;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From a flat network to a controlled one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Parasol's claims app: web → API → database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Default network is flat and open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Any pod can reach any pod, any port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Nothing is reachable from outside — yet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The network is a control plane you configure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A three-tier app box (web/API/db) with "everything talks to everything" arrows in grey, inside a cluster frame with no external door — the "before" picture.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M16 · NETWORKING FOR DEV &amp;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Two directions of traffic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North-south: crossing the cluster boundary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Controlled by what you EXPOSE (Route / Gateway)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East-west: pod-to-pod inside the cluster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Controlled by who may TALK (NetworkPolicy / UDN)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Every tool is one direction or the other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Reuse concept diagram networking-dev-devops-...-01-traffic-directions.svg — outside→web (north-south, exposure) and web→api→db (east-west, policy).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M16 · NETWORKING FOR DEV &amp;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A mental model of the network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Service: stable name + virtual 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Endpoints: the actual pod IPs (via label selector)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Data plane (OVN-K): programs every node, enforces policy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Route: tells the router to accept outside traffic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The #1 bug: a selector that matches no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A left-to-right chain: Service (name/VIP) → Endpoints (pod IPs, selector) → data plane (node flow rules) → Route (router), with a red callout "selector typo → endpoints &lt;none&gt; → all connections fail."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M16 · NETWORKING FOR DEV &amp;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North-south — the exposure decision tree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ClusterIP (default) — in-cluster only, most workloads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NodePort — a port on every node, learn once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LoadBalancer — needs a provider, else &lt;pending&gt;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Route — the workhorse: external, wildcard DNS, edge TLS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Gateway API — the strategic direction (GA)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Reuse concept diagram networking-dev-devops-...-02-exposure-tree.svg — the branching tree from ClusterIP through Route/Gateway, with LoadBalancer flagged "&lt;pending&gt; on bare metal."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M16 · NETWORKING FOR DEV &amp;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The honest L4 boundary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Routes + today's Gateway API: HTTP(S)/SNI-centric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Route by hostname/path; TLS by SNI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No raw TCP / UDP / TLS-passthrough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That's the service mesh's job (a later module)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Know the boundary — don't fight the Route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A split card: left "Route / Gateway API → HTTP(S), SNI, hostname/path" (green); right "raw TCP / UDP / passthrough → service mesh" (amber), arrow pointing to the later module.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M16 · NETWORKING FOR DEV &amp;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East-west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default-deny, then precise allows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Default is allow-all between pods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Step 1: default-deny the namespace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Step 2: re-open only the flows the app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db only from api; api only from web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The gotcha: default-deny eats DNS too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Two-panel before/after: left "default-deny (everything red)"; right "precise allows (web→api→db green, demo-client→db red)", footnote "+ allow DNS egress (CoreDNS port, not 53)".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M16 · NETWORKING FOR DEV &amp;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UserDefinedNetwork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166420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55960"/>
                </a:solidFill>
                <a:latin typeface="Red Hat Text"/>
              </a:rPr>
              <a:t>isolation without policy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67004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8163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53312" y="267004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Primary UDN: a namespace's OWN pod network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27355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419856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327355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Native isolation — no NetworkPolicy at 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387705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023360"/>
            <a:ext cx="237744" cy="2377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353312" y="387705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Layer 2 segment (e.g. 10.20.0.0/16 on ovn-udn1)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448056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626864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353312" y="448056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Must exist BEFORE the namespace's first pod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508406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230368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53312" y="508406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UDN for whole-namespace; netpol for selective flows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267004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13448" y="287121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287121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5" name="Picture 24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383280"/>
            <a:ext cx="475488" cy="47548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50024" y="399592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Two namespace boxes — "app (NetworkPolicy: 7 rules)" and "partner (UDN: 0 rules, ovn-udn1 / 10.20.0.0/16)" — with a solid wall between them labelled "native, no policy."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dhat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6319" y="475488"/>
            <a:ext cx="1024128" cy="2422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41248" y="548640"/>
            <a:ext cx="8595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spc="220">
                <a:solidFill>
                  <a:srgbClr val="EE0000"/>
                </a:solidFill>
                <a:latin typeface="Red Hat Display"/>
              </a:rPr>
              <a:t>M16 · NETWORKING FOR DEV &amp;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77824"/>
            <a:ext cx="1051560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Red Hat Display"/>
              </a:rPr>
              <a:t>What you'll do — and map to your org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1554480"/>
            <a:ext cx="1371600" cy="0"/>
          </a:xfrm>
          <a:prstGeom prst="bentConnector3">
            <a:avLst/>
          </a:prstGeom>
          <a:ln w="31750">
            <a:solidFill>
              <a:srgbClr val="EE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41248" y="2395728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54203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53312" y="2395728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Trace a packet; break a selector and fix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999232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145536"/>
            <a:ext cx="237744" cy="237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2999232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Expose the front end with an edge Route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602736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374904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53312" y="3602736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default-deny → precise allows → prove isolation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206240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3525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53312" y="4206240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Meet a namespace isolated natively by a UDN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809744"/>
            <a:ext cx="5715000" cy="53035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eck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4956048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53312" y="4809744"/>
            <a:ext cx="502920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Red Hat Text"/>
              </a:rPr>
              <a:t>If a debug pod landed in prod, what could it reach?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12280" y="2395728"/>
            <a:ext cx="4538167" cy="29443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013448" y="2596896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13448" y="2596896"/>
            <a:ext cx="12984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80000"/>
                </a:solidFill>
                <a:latin typeface="Red Hat Display"/>
              </a:rPr>
              <a:t>MEDIA PASS</a:t>
            </a:r>
          </a:p>
        </p:txBody>
      </p:sp>
      <p:pic>
        <p:nvPicPr>
          <p:cNvPr id="24" name="Picture 23" descr="eye_sl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3619" y="3108960"/>
            <a:ext cx="475488" cy="47548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50024" y="3721608"/>
            <a:ext cx="4062679" cy="1481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Numbered arc strip: trace/break-fix → Route → default-deny/allow/prove → UDN reveal; footnote pointer to the Service Mesh module for the mTLS/L7/L4 layer.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6437376"/>
            <a:ext cx="10509199" cy="0"/>
          </a:xfrm>
          <a:prstGeom prst="bentConnector3">
            <a:avLst/>
          </a:prstGeom>
          <a:ln w="12700">
            <a:solidFill>
              <a:srgbClr val="DDE1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1807" y="647395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A9099"/>
                </a:solidFill>
                <a:latin typeface="Red Hat Text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