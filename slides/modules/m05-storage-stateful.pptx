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stakes. The claims database has been running fine, but its storage is an emptyDir — a volume that belongs to the Pod and dies with it. The first node drain, upgrade, or crash destroys every claim. This is not an edge case; Pod churn is normal. The module is the difference between storage that dies with a Pod and storage that outlives it, and running databases on the platform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objects and why the separation is the whole idea. A PersistentVolumeClaim is a request in your namespace ("2Gi, ReadWriteOnce"). A PersistentVolume is the actual storage the platform provisioned. A StorageClass is the rules it followed — provisioner, access modes, expansion, reclaim. Dynamic provisioning makes it a one-liner: submit a PVC and a matching PV is created and bound on demand. App teams ask; the platform provisions.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beat, and the one attendees feel in the lab. The same database Pod loses or keeps its data based only on what its data volume is — swap emptyDir for a PVC and a Pod restart stops being catastrophic. Also pre-empt the number-one confusion: a new PVC on a WaitForFirstConsumer class sits Pending until a Pod uses it, on purpose, so the disk lands near the Pod. Pending with no consumer is waiting, not failing.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Access modes, taught against reality instead of a single-cloud mental model. RWO (single-writer, right for a database) is universal; RWX (shared multi-writer files) exists on some backends and not others; ROX is niche. The rule: do not assume RWX exists — an app that quietly relies on shared volumes fails to schedule where the backend is block-only. On this cluster the default class is RWO and a separate file class offers RWX; you confirm which by reading the StorageClasses. RWX is the right tool for genuinely shared files (a scaled image registry, a shared content directory) and only a problem when it stands in for a database or an object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identity matters, a Deployment's interchangeable Pods are wrong. A StatefulSet gives ordinal names that persist across restarts, a headless Service so each Pod has its own stable DNS name, and a volumeClaimTemplate so each Pod gets its own PVC — identity and storage stay bound together. Updates can be staged with a partition (canary one ordinal, then finish). Be honest: two replicas of PostgreSQL are two independent instances, not an HA database — real replication is an Operator's job. The StatefulSet is the plumbing.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hands-on. Attendees seed real claims, watch a Pod restart destroy them, swap the emptyDir for a PVC (a deliberate break-and-fix on the oc set volume command), and watch the same restart leave the data intact. Then they inspect the storage chain and access modes, run a two-replica PostgreSQL StatefulSet, stage a partitioned update to one member, migrate a schema with an init container, and grow a volume online — all in their own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transfer and stay honest. Discussion prompts: which dev/test datastores are secretly ephemeral; who restores your in-cluster data and when they last tested it; whether your StorageClass is a clean self-service contract. Then the credibility close — production databases run on the platform through Operators (EDB/CloudNativePG, CockroachDB, MongoDB, Couchbase) that own backup, failover, and upgrades, ideally in their own project; a bare StatefulSet is only the plumbing, and a managed service is the hands-off alternative. RWX is the right tool for genuinely shared files but a poor stand-in for a datastore or object store; and caches belong on emptyDir. Backup is its own capability (OADP, a later module).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2E4A62"/>
                </a:solidFill>
                <a:latin typeface="Red Hat Display"/>
              </a:rPr>
              <a:t>A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Storage &amp; Stateful Apps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M05 · STORAGE &amp; STATEFUL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database that was a time bomb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Parasol's claims DB ran all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Its data lived in an emptyDir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One Pod restart wipes everything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Routine churn, total data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Persistence is the missing piece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single "Pod restart" arrow turning a database full of claims into an empty one, red X over the lost data.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M05 · STORAGE &amp; STATEFUL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storage abstraction chain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PVC: what your app asks 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PV: what the platform provisioned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StorageClass: the recipe it followed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Dynamic provisioning: request becomes disk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You write PVCs, never disks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Reuse concept diagram storage-stateful-...-01-storage-chain.svg — Pod → PVC (namespace) → PV (cluster) → StorageClass → storage backend (Ceph).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M05 · STORAGE &amp; STATEFUL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Ephemeral vs persistent is a property of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the volume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emptyDir: lives and dies with the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PVC: outlives the Pod, cluster-managed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Same app, same DB, different volume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Change the volume, change the outcome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WaitForFirstConsumer: Pending is not broken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Two identical DB Pods side by side — one on emptyDir (restart → empty), one on a PVC (restart → intact).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M05 · STORAGE &amp; STATEFUL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Access modes — don't assume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RWO: one node writes at a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RWX: many nodes write at once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ROX: many read-only mounts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Not every backend offers RWX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Read your StorageClasses, don't guess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RWO/RWX/ROX three-panel with node/Pod icons; a checklist "what does MY cluster support? → oc get sc".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M05 · STORAGE &amp; STATEFUL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StatefulSet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identity and storage travel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Stable names: pg-sts-0, pg-sts-1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Headless Service: per-Pod DNS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volumeClaimTemplate: one PVC per Pod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Ordered lifecycle, partitioned updates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Not automatically a replicated database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Reuse concept diagram storage-stateful-...-02-sts-vs-deployment.svg — Deployment (shared Service, random Pods) vs StatefulSet (headless Service, pg-sts-0/1 each with its own PVC).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M05 · STORAGE &amp; STATEFUL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you'll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Seed claims, then lose them (emptyDir)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Add a PVC; watch them survive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Walk PVC → PV → StorageClass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Run a StatefulSet: identity, DNS, per-Pod volumes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Partitioned update, init container, online resize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Numbered arc strip: seed → lose → add PVC → survive → inspect → StatefulSet → partition/init/resize.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M05 · STORAGE &amp; STATEFUL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Map to your org — and when not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Which of your "databases" are actually ephemeral?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Who owns backup and failover?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Run databases with an Operator (not a bare StatefulSet)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RWX: for shared files, not a DB substitute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Not every workload needs persistence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Decision card — raw StatefulSet (primitives) → database Operator (production, its own project), with a managed data service as the hands-off alternative; footnote pointer to the backup module.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