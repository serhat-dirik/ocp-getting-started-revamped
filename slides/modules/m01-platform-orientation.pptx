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pain everyone recognizes. The old way to run the claims portal was a server somebody named and hand-nursed; when it broke at 2 a.m., a person fixed it. That server is a "pet." Set up the contrast the whole module pays off: what if the platform kept the app alive instead of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concept the entire workshop rests on. You do not run Pods directly — you declare desired state on a Deployment ("three replicas of this image"), and the reconcile loop continuously makes actual match desired. Introduce the three objects at consumer depth: Pod (disposable unit), Deployment (desired state), Service (stable front door).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Kubernetes gives the object model and the reconcile loop. OpenShift adds what an organization needs on day one: the console and catalog, Routes for ingress without a load-balancer ticket, containers hardened automatically (non-root, random high UID, dropped capabilities), and an integrated build-run-operate workflow. Every lab step uses a Kubernetes primitive plus an OpenShift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signature moment. With three replicas spread across nodes, deleting a Pod is a routine event, not an incident: actual drops below desired, the ReplicaSet emits SuccessfulCreate, a replacement schedules, and the Service keeps routing to survivors the whole time. No human, no page, no downtime. This is desired state defending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hands-on. Attendees deploy Parasol's claims portal from a prebuilt image, scale it, watch self-healing, expose it at a URL, read logs and events, do the whole thing again in six oc commands, and finish by asking OpenShift Lightspeed a real operational question. Everything happens in their own project; nobody can affect anyone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transfer to their world and stay honest. Discussion prompts: what is self-service versus ticket-and-wait today; how long to recover a real service if its box vanished; where are your genuine pets. Then the credibility close — self-healing disposable workloads are the default, not always: stateful data, legacy appliances, and licensed VMs have their place, covered in later modules. Choosing is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2E4A62"/>
                </a:solidFill>
                <a:latin typeface="Red Hat Display"/>
              </a:rPr>
              <a:t>A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Platform Orientation &amp; First App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M01 · PLATFORM ORIENTATION &amp; FIRST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2 a.m. pet 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named server, patched and prayed 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It wedges; a human logs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Restart by hand, hope it 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Every box is unique and mourned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There has to be a better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Split image — a single labeled "pet" server with a pager, versus a herd of identical unnamed boxes.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M01 · PLATFORM ORIENTATION &amp; FIRST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Desired state — the one idea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 declare what you want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control loop enforces it, forever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Pods run; Deployments own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Services give a stable 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 stop operating Pods by hand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platform-orientation-...-01-desired-state.svg — You → Deployment → ReplicaSet → 3 Pods, Service load-balancing, reconcile loop watching.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M01 · PLATFORM ORIENTATION &amp; FIRST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OpenShift adds over Kubernetes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Web console, Topology, developer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Routes: a real URL, built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Secure by default: non-root, random UID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Build to run to operate, one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Kubernetes is the engine; OpenShift the car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The platform-accretion master diagram platform-orientation-...-02-platform-accretion-v1.svg with the Platform Orientation layer highlighted in red.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M01 · PLATFORM ORIENTATION &amp; FIRST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Self-healing, live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Three replicas, three worker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Kill one Pod on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ReplicaSet: SuccessfulCreate, in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Service never stopped serving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Cattle, not pets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Screen-capture still or GIF platform-orientation-...-selfheal — Topology donut losing and regaining a segment.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M01 · PLATFORM ORIENTATION &amp; FIRST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Tour the unified console and terminal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Deploy the claims portal from an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Scale to three; kill a Pod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Publish it with a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Ask Lightspeed why Pods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Numbered arc strip: console → deploy → scale/heal → Route → logs → Lightspeed.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M01 · PLATFORM ORIENTATION &amp; FIRST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Map to your org — and when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Which deploys are self-service vs ticket?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What dies when a VM dies?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Name three pets you still nurse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Don't run a database as a naive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VM is sometimes still 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Two-column "cattle by default / pet on purpose" decision card.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