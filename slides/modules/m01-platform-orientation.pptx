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pain everyone recognizes. The old way to run the claims portal was a server somebody named and hand-nursed; when it broke at 2 a.m., a person fixed it. That server is a "pet." Set up the contrast the whole module pays off: what if the platform kept the app alive instead of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concept the entire workshop rests on. You do not run Pods directly — you declare desired state on a Deployment ("three replicas of this image"), and the reconcile loop continuously makes actual match desired. Introduce the three objects at consumer depth: Pod (disposable unit), Deployment (desired state), Service (stable front door).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Kubernetes gives the object model and the reconcile loop. OpenShift adds what an organization needs on day one: the console and catalog, Routes for ingress without a load-balancer ticket, containers hardened automatically (non-root, random high UID, dropped capabilities), and an integrated build-run-operate workflow. Every lab step uses a Kubernetes primitive plus an OpenShift convenience.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signature moment. With three replicas spread across nodes, deleting a Pod is a routine event, not an incident: actual drops below desired, the ReplicaSet emits SuccessfulCreate, a replacement schedules, and the Service keeps routing to survivors the whole time. No human, no page, no downtime. This is desired state defending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for the hands-on. Attendees deploy Parasol's claims portal from a prebuilt image, scale it, watch self-healing, expose it at a URL, read logs and events, do the whole thing again in six oc commands, and finish by asking OpenShift Lightspeed a real operational question. Everything happens in their own project; nobody can affect anyone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transfer to their world and stay honest. Discussion prompts: what is self-service versus ticket-and-wait today; how long to recover a real service if its box vanished; where are your genuine pets. Then the credibility close — self-healing disposable workloads are the default, not always: stateful data, legacy appliances, and licensed VMs have their place, covered in later modules. Choosing is the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diagram: What you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31520"/>
            <a:ext cx="1554480" cy="3676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5146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180">
                <a:solidFill>
                  <a:srgbClr val="2E4A62"/>
                </a:solidFill>
                <a:latin typeface="Red Hat Display"/>
              </a:rPr>
              <a:t>A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880360"/>
            <a:ext cx="2103120" cy="11887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B80000"/>
                </a:solidFill>
                <a:latin typeface="Red Hat Display"/>
              </a:rPr>
              <a:t>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297180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Red Hat Display"/>
              </a:rPr>
              <a:t>Platform Orientation &amp; First App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4443984"/>
            <a:ext cx="1463040" cy="0"/>
          </a:xfrm>
          <a:prstGeom prst="bentConnector3">
            <a:avLst/>
          </a:prstGeom>
          <a:ln w="3810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M01 · PLATFORM ORIENTATION &amp; FIRST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2 a.m. pet problem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 named server, patched and prayed over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It wedges; a human logs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Restart by hand, hope it holds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Every box is unique and mourned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There has to be a better model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M01 · PLATFORM ORIENTATION &amp; FIRST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Desired state — the one idea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532888"/>
            <a:ext cx="201168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239572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You declare what you want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4436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081528"/>
            <a:ext cx="201168" cy="2011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294436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A control loop enforces it, forever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49300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630168"/>
            <a:ext cx="201168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0160" y="349300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Pods run; Deployments own them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04164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178807"/>
            <a:ext cx="201168" cy="2011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404164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Services give a stable address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59028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727447"/>
            <a:ext cx="201168" cy="2011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0160" y="459028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You stop operating Pods by hand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85816" y="2607149"/>
            <a:ext cx="5964631" cy="23203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01-desired-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2753453"/>
            <a:ext cx="5672023" cy="2027748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M01 · PLATFORM ORIENTATION &amp; FIRST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OpenShift adds over Kubernetes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532888"/>
            <a:ext cx="201168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239572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Web console, Topology, developer catalog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4436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081528"/>
            <a:ext cx="201168" cy="2011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294436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Routes: a real URL, built 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49300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630168"/>
            <a:ext cx="201168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0160" y="349300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Secure by default: non-root, random UID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04164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178807"/>
            <a:ext cx="201168" cy="2011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404164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Build to run to operate, one 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590288"/>
            <a:ext cx="4160520" cy="4754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727447"/>
            <a:ext cx="201168" cy="2011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0160" y="4590288"/>
            <a:ext cx="3593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Red Hat Text"/>
              </a:rPr>
              <a:t>Kubernetes is the engine; OpenShift the car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85816" y="2395728"/>
            <a:ext cx="5964631" cy="28060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02-platform-accretion-v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2542032"/>
            <a:ext cx="5672023" cy="2513415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M01 · PLATFORM ORIENTATION &amp; FIRST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Self-healing, live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Three replicas, three worker nodes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Kill one Pod on purpose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ReplicaSet: SuccessfulCreate, in seconds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Service never stopped serving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Cattle, not pets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M01 · PLATFORM ORIENTATION &amp; FIRST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you'll 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Tour the unified console and 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Deploy the claims portal from an image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Scale to three; kill a Pod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Publish it with a Route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Ask Lightspeed why Pods restart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M01 · PLATFORM ORIENTATION &amp; FIRST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Map to your org — and when not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2655783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Which deploys are self-service vs ticket?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395728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532888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2395728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What dies when a VM dies?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2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7632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Name three pets you still nurse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328416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3465576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95" y="3588471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3328416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Don't run a database as a naive Deployment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261104"/>
            <a:ext cx="5138928" cy="786384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398264"/>
            <a:ext cx="512064" cy="512064"/>
          </a:xfrm>
          <a:prstGeom prst="roundRect">
            <a:avLst>
              <a:gd name="adj" fmla="val 26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447" y="4521159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27632" y="4261104"/>
            <a:ext cx="4206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Red Hat Text"/>
              </a:rPr>
              <a:t>A VM is sometimes still right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M01 · PLATFORM ORIENTATION &amp; FIRST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 built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31720"/>
            <a:ext cx="10509199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what-you-bui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467926"/>
            <a:ext cx="10106863" cy="1522346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